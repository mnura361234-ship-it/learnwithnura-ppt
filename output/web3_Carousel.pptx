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Calibri"/>
              </a:rPr>
              <a:t>web3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6987"/>
                </a:solidFill>
                <a:latin typeface="Calibri"/>
              </a:rPr>
              <a:t>LearnWithNura • AI | Web3 | Blockchain | Technology</a:t>
            </a:r>
          </a:p>
        </p:txBody>
      </p:sp>
      <p:pic>
        <p:nvPicPr>
          <p:cNvPr id="5" name="Picture 4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General</a:t>
            </a:r>
          </a:p>
        </p:txBody>
      </p:sp>
      <p:pic>
        <p:nvPicPr>
          <p:cNvPr id="5" name="Picture 4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987"/>
                </a:solidFill>
                <a:latin typeface="Calibri"/>
              </a:rPr>
              <a:t>LearnWithNura  | 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What is the concept?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Artificial Intelligence is an important concept in modern technology.</a:t>
            </a:r>
          </a:p>
        </p:txBody>
      </p:sp>
      <p:pic>
        <p:nvPicPr>
          <p:cNvPr id="5" name="Picture 4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987"/>
                </a:solidFill>
                <a:latin typeface="Calibri"/>
              </a:rPr>
              <a:t>LearnWithNura  | 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Simple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Artificial Intelligence is a simple idea that can be understood without needing advanced technical knowledge.</a:t>
            </a:r>
          </a:p>
        </p:txBody>
      </p:sp>
      <p:pic>
        <p:nvPicPr>
          <p:cNvPr id="5" name="Picture 4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987"/>
                </a:solidFill>
                <a:latin typeface="Calibri"/>
              </a:rPr>
              <a:t>LearnWithNura  | 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Key Points /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Glossary terms: artificial intelligence</a:t>
            </a:r>
            <a:br/>
            <a:r>
              <a:t>Analogy categories: general</a:t>
            </a:r>
          </a:p>
        </p:txBody>
      </p:sp>
      <p:pic>
        <p:nvPicPr>
          <p:cNvPr id="5" name="Picture 4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987"/>
                </a:solidFill>
                <a:latin typeface="Calibri"/>
              </a:rPr>
              <a:t>LearnWithNura  | 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1414"/>
                </a:solidFill>
                <a:latin typeface="Calibri"/>
              </a:rPr>
              <a:t>SAVE THIS FOR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Learn AI, Web3 &amp; Technology visually.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600"/>
                </a:solidFill>
                <a:latin typeface="Calibri"/>
              </a:rPr>
              <a:t>Follow @LearnWithNura for more.</a:t>
            </a:r>
          </a:p>
        </p:txBody>
      </p:sp>
      <p:pic>
        <p:nvPicPr>
          <p:cNvPr id="6" name="Picture 5" descr="w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572000"/>
            <a:ext cx="1645920" cy="1645920"/>
          </a:xfrm>
          <a:prstGeom prst="rect">
            <a:avLst/>
          </a:prstGeom>
        </p:spPr>
      </p:pic>
      <p:pic>
        <p:nvPicPr>
          <p:cNvPr id="7" name="Picture 6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987"/>
                </a:solidFill>
                <a:latin typeface="Calibri"/>
              </a:rPr>
              <a:t>LearnWithNura  | 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