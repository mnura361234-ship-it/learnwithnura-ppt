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Calibri"/>
              </a:rPr>
              <a:t>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387"/>
                </a:solidFill>
                <a:latin typeface="Calibri"/>
              </a:rPr>
              <a:t>LearnWithNura • AI | Web3 | Blockchain | Technology</a:t>
            </a:r>
          </a:p>
        </p:txBody>
      </p:sp>
      <p:pic>
        <p:nvPicPr>
          <p:cNvPr id="5" name="Picture 4" descr="block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What Is Blockchain?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669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41414"/>
                </a:solidFill>
                <a:latin typeface="Calibri"/>
              </a:rPr>
              <a:t>Blockchain is a decentralized digital ledger that records transactions securely.</a:t>
            </a:r>
          </a:p>
        </p:txBody>
      </p:sp>
      <p:pic>
        <p:nvPicPr>
          <p:cNvPr id="5" name="Picture 4" descr="block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234440"/>
            <a:ext cx="3474720" cy="3474720"/>
          </a:xfrm>
          <a:prstGeom prst="rect">
            <a:avLst/>
          </a:prstGeom>
        </p:spPr>
      </p:pic>
      <p:pic>
        <p:nvPicPr>
          <p:cNvPr id="6" name="Picture 5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387"/>
                </a:solidFill>
                <a:latin typeface="Calibri"/>
              </a:rPr>
              <a:t>LearnWithNura  |  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lock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47472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640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Why Does Blockchain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554480"/>
            <a:ext cx="64008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41414"/>
                </a:solidFill>
                <a:latin typeface="Calibri"/>
              </a:rPr>
              <a:t>It enables trust and transparency without relying on a central authority.</a:t>
            </a:r>
          </a:p>
        </p:txBody>
      </p:sp>
      <p:pic>
        <p:nvPicPr>
          <p:cNvPr id="6" name="Picture 5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387"/>
                </a:solidFill>
                <a:latin typeface="Calibri"/>
              </a:rPr>
              <a:t>LearnWithNura  | 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E6DF6"/>
                </a:solidFill>
                <a:latin typeface="Calibri"/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583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Calibri"/>
              </a:rPr>
              <a:t>Common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400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41414"/>
                </a:solidFill>
                <a:latin typeface="Calibri"/>
              </a:rPr>
              <a:t>Cryptocurrency, supply chains, digital identity, and smart contracts.</a:t>
            </a:r>
          </a:p>
        </p:txBody>
      </p:sp>
      <p:pic>
        <p:nvPicPr>
          <p:cNvPr id="6" name="Picture 5" descr="block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828800"/>
            <a:ext cx="2926080" cy="2926080"/>
          </a:xfrm>
          <a:prstGeom prst="rect">
            <a:avLst/>
          </a:prstGeom>
        </p:spPr>
      </p:pic>
      <p:pic>
        <p:nvPicPr>
          <p:cNvPr id="7" name="Picture 6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387"/>
                </a:solidFill>
                <a:latin typeface="Calibri"/>
              </a:rPr>
              <a:t>LearnWithNura  | 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E6DF6"/>
                </a:solidFill>
                <a:latin typeface="Calibri"/>
              </a:rPr>
              <a:t>Option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E6DF6"/>
                </a:solidFill>
                <a:latin typeface="Calibri"/>
              </a:rPr>
              <a:t>Option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Security, transparency, immut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Calibri"/>
              </a:rPr>
              <a:t>ability, and decentralization.</a:t>
            </a:r>
          </a:p>
        </p:txBody>
      </p:sp>
      <p:pic>
        <p:nvPicPr>
          <p:cNvPr id="8" name="Picture 7" descr="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387"/>
                </a:solidFill>
                <a:latin typeface="Calibri"/>
              </a:rPr>
              <a:t>LearnWithNura  |  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1414"/>
                </a:solidFill>
                <a:latin typeface="Calibri"/>
              </a:rPr>
              <a:t>SAVE THIS FOR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141414"/>
                </a:solidFill>
                <a:latin typeface="Calibri"/>
              </a:rPr>
              <a:t>Learn AI, Web3 &amp; Technology visually.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E6DF6"/>
                </a:solidFill>
                <a:latin typeface="Calibri"/>
              </a:rPr>
              <a:t>Follow @LearnWithNura for more.</a:t>
            </a:r>
          </a:p>
        </p:txBody>
      </p:sp>
      <p:pic>
        <p:nvPicPr>
          <p:cNvPr id="6" name="Picture 5" descr="block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4572000"/>
            <a:ext cx="1645920" cy="1645920"/>
          </a:xfrm>
          <a:prstGeom prst="rect">
            <a:avLst/>
          </a:prstGeom>
        </p:spPr>
      </p:pic>
      <p:pic>
        <p:nvPicPr>
          <p:cNvPr id="7" name="Picture 6" descr="re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30936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387"/>
                </a:solidFill>
                <a:latin typeface="Calibri"/>
              </a:rPr>
              <a:t>LearnWithNura  | 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